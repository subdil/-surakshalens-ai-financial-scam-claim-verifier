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</a:rPr>
              <a:t>SURAKSALENS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4FA3FF"/>
                </a:solidFill>
              </a:rPr>
              <a:t>AI Financial Scam &amp; Claim Verifier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9C4D6"/>
                </a:solidFill>
              </a:rPr>
              <a:t>Verify before you trust. Think before you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9C4D6"/>
                </a:solidFill>
              </a:rPr>
              <a:t>Team: DevLab   •   Team Lead: subdil goyal   •   SANGYAN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FA3FF"/>
                </a:solidFill>
              </a:rPr>
              <a:t>GitHub: github.com/subdil/-SurakshaLens-AI-Financial-Scam-Claim-Verifier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A3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Financial scams spread faster than awareness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463040" cy="54864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B9C4D6"/>
                </a:solidFill>
              </a:rPr>
              <a:t>•  Crores of Indians lose money to fake investment schemes, KYC phishing, loan traps and Telegram/WhatsApp scams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9C4D6"/>
                </a:solidFill>
              </a:rPr>
              <a:t>•  First-time and retail investors can't easily spot warning signs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9C4D6"/>
                </a:solidFill>
              </a:rPr>
              <a:t>•  Misleading claims influence irreversible financial decisions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9C4D6"/>
                </a:solidFill>
              </a:rPr>
              <a:t>•  Users need a simple way to understand WHY something looks risky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2011680"/>
            <a:ext cx="3657600" cy="310896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286000"/>
            <a:ext cx="32004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“Before you trust a financial message, let SurakshaLens explain what it claims, identify the warning signs, and tell you what to do.”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A3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Introducing SurakshaLens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463040" cy="54864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9C4D6"/>
                </a:solidFill>
              </a:rPr>
              <a:t>Paste a suspicious message or upload its screenshot → get a clear risk analysis in simple language.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10881360" cy="10058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What you 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Suspicious message • Financial claim • Investment content • Screenshot (OCR)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10881360" cy="10058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What you 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Concern level • Risk indicators • Explanation • Safety guidance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212079"/>
            <a:ext cx="10881360" cy="10058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394959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Languages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English • Hindi • Punjabi — with voice input &amp; voice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A3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From input to actionable warning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463040" cy="54864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834640"/>
            <a:ext cx="1645920" cy="10972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31089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4FA3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834640"/>
            <a:ext cx="1645920" cy="10972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320040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OCR / Text 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1089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4FA3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834640"/>
            <a:ext cx="1645920" cy="10972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20040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Risk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1089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4FA3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834640"/>
            <a:ext cx="1645920" cy="10972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20040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Identifiers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1089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4FA3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2834640"/>
            <a:ext cx="1645920" cy="10972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320040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Official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31089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4FA3FF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2834640"/>
            <a:ext cx="1645920" cy="10972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3200400"/>
            <a:ext cx="1645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9C4D6"/>
                </a:solidFill>
              </a:rPr>
              <a:t>Every result includes: concern level (High / Medium / Low), detected scam indicators, why they were flagged, and the next safe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A3FF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What SurakshaLens provides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463040" cy="54864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349240" cy="10058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Screenshot → OCR →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Upload scam screenshots; Tesseract.js extracts 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20240"/>
            <a:ext cx="5349240" cy="10058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Paste Message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Analyze SMS, WhatsApp or Telegram text instantly.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90672"/>
            <a:ext cx="5349240" cy="10058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73552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Voice Input &amp;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85032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Speak the message; results are read aloud (EN/HI/PA).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090672"/>
            <a:ext cx="5349240" cy="10058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273552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Trilingual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85032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English, Hindi, Punjabi for every user.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61104"/>
            <a:ext cx="5349240" cy="10058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43984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Scam Claim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55464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10 categories incl. lottery, KYC, crypto, fake jobs.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261104"/>
            <a:ext cx="5349240" cy="10058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43984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Smart Identifiers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55464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UPI IDs, phone numbers, links, APKs with verdicts.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31536"/>
            <a:ext cx="5349240" cy="10058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614416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Official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025896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SEBI, SCORES, National Cyber Crime Portal.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431536"/>
            <a:ext cx="5349240" cy="10058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614416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On-device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6025896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Privacy-first scan history; nothing stored on servers.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A3FF"/>
                </a:solidFill>
              </a:rP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User journey in 5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463040" cy="54864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566160" cy="15544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1.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310896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Paste or upload suspicious 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011680"/>
            <a:ext cx="3566160" cy="15544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2. 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06040"/>
            <a:ext cx="310896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Risk engine + identifiers +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011680"/>
            <a:ext cx="3566160" cy="15544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945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3.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310896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Concern level: Medium / High / 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3566160" cy="15544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4. 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310896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Indicators and reasons shown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840480"/>
            <a:ext cx="3566160" cy="15544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0233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5. Act Safely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434840"/>
            <a:ext cx="310896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Verify before sending money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FA3FF"/>
                </a:solidFill>
              </a:rPr>
              <a:t>Live: https://surakshalens.vercel.app/  •  APK: GitHub Releases v1.0.0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A3FF"/>
                </a:solidFill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Stack used in the working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463040" cy="54864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881360" cy="7772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10424160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Flutter (mobile + web), speech_to_text, flutter_tts, shared_preferences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52928"/>
            <a:ext cx="10881360" cy="7772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3580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47288"/>
            <a:ext cx="10424160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Node.js, Express, Multer, Tesseract.js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85616"/>
            <a:ext cx="10881360" cy="7772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6849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79976"/>
            <a:ext cx="10424160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Risk engine, claim extractor, identifier extraction &amp; verification, evidence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18304"/>
            <a:ext cx="10881360" cy="7772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011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12664"/>
            <a:ext cx="10424160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On-device only (privacy-first) — no server storage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650992"/>
            <a:ext cx="10881360" cy="7772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45352"/>
            <a:ext cx="10424160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9C4D6"/>
                </a:solidFill>
              </a:rPr>
              <a:t>Vercel (backend + web), GitHub Releases (Android APK)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A3FF"/>
                </a:solidFill>
              </a:rPr>
              <a:t>EXAMPLE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From suspicious content to actionable warning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463040" cy="54864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120640" cy="384048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>“urgent pay 10000 to get 10x profit…”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</a:rPr>
              <a:t>Identify: money request, unrealistic returns, urgency → likely investment scam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303520" cy="1097280"/>
          </a:xfrm>
          <a:prstGeom prst="rect">
            <a:avLst/>
          </a:prstGeom>
          <a:solidFill>
            <a:srgbClr val="3A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B05E"/>
                </a:solidFill>
              </a:rPr>
              <a:t>Concern: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291840"/>
            <a:ext cx="5303520" cy="1097280"/>
          </a:xfrm>
          <a:prstGeom prst="rect">
            <a:avLst/>
          </a:prstGeom>
          <a:solidFill>
            <a:srgbClr val="20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56616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EC79A"/>
                </a:solidFill>
              </a:rPr>
              <a:t>Indicators: money request, 10x guarantee, no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572000"/>
            <a:ext cx="5303520" cy="146304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84632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9C4D6"/>
                </a:solidFill>
              </a:rPr>
              <a:t>Guidance: Do NOT send money. Verify the person/claim on SEBI SCORES and report to cybercrime.gov.in.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A3FF"/>
                </a:solidFill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Designed around the investor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463040" cy="54864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B9C4D6"/>
                </a:solidFill>
              </a:rPr>
              <a:t>•  Simple language result, not just a score — users learn WHY it is risky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9C4D6"/>
                </a:solidFill>
              </a:rPr>
              <a:t>•  Trilingual + voice → usable by first-time and low-digital-literacy users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9C4D6"/>
                </a:solidFill>
              </a:rPr>
              <a:t>•  Encourages pause → verify → act, preventing irreversible loss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9C4D6"/>
                </a:solidFill>
              </a:rPr>
              <a:t>•  Privacy-first: history never leaves the device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A3FF"/>
                </a:solidFill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463040" cy="54864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B9C4D6"/>
                </a:solidFill>
              </a:rPr>
              <a:t>•  Hindi-first onboarding and Punjabi voice queries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9C4D6"/>
                </a:solidFill>
              </a:rPr>
              <a:t>•  WhatsApp/SMS bot integration — analyze messages where they arrive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9C4D6"/>
                </a:solidFill>
              </a:rPr>
              <a:t>•  Suspicious URL &amp; APK reputation checks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9C4D6"/>
                </a:solidFill>
              </a:rPr>
              <a:t>•  Cross-check claims with trusted sources &amp; community reports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9C4D6"/>
                </a:solidFill>
              </a:rPr>
              <a:t>•  Continuous learning from verified scam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FA3FF"/>
                </a:solidFill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Expected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463040" cy="54864"/>
          </a:xfrm>
          <a:prstGeom prst="rect">
            <a:avLst/>
          </a:prstGeom>
          <a:solidFill>
            <a:srgbClr val="4F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2011680" cy="128016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Suspicious 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743200"/>
            <a:ext cx="2011680" cy="128016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31546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Early Warning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743200"/>
            <a:ext cx="2011680" cy="128016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1546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Better Understanding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743200"/>
            <a:ext cx="2011680" cy="1280160"/>
          </a:xfrm>
          <a:prstGeom prst="rect">
            <a:avLst/>
          </a:prstGeom>
          <a:solidFill>
            <a:srgbClr val="1B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15468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Informed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06324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4FA3FF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06324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4FA3FF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06324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4FA3FF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9C4D6"/>
                </a:solidFill>
              </a:rPr>
              <a:t>SurakshaLens aims to make financial safety understandable and accessible — before users take irreversible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1463040"/>
          </a:xfrm>
          <a:prstGeom prst="rect">
            <a:avLst/>
          </a:prstGeom>
          <a:solidFill>
            <a:srgbClr val="12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4FA3FF"/>
                </a:solidFill>
              </a:rPr>
              <a:t>SurakshaLens — Verify before you trust. Think before you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9C4D6"/>
                </a:solidFill>
              </a:rPr>
              <a:t>Team: DevLab   •   Team Lead: subdil goyal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9C4D6"/>
                </a:solidFill>
              </a:rPr>
              <a:t>Live: https://surakshalens.vercel.app/   •   API: /api/health   •   APK: GitHub Releases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FA3FF"/>
                </a:solidFill>
              </a:rPr>
              <a:t>GitHub: github.com/subdil/-SurakshaLens-AI-Financial-Scam-Claim-Verifier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